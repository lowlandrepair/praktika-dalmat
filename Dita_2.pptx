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6325C"/>
                </a:solidFill>
                <a:latin typeface="Aptos"/>
              </a:defRPr>
            </a:pPr>
            <a:r>
              <a:t>Dita 2 - GitHub: detyrat e para praktike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86069"/>
                </a:solidFill>
                <a:latin typeface="Aptos"/>
              </a:defRPr>
            </a:pPr>
            <a:r>
              <a:t>Udhezues hap pas hapi per nxenesit: krijo repository, puno ne VS Code dhe dergo ndryshimet ne GitHub.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108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17627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Qellimi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270662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Ne fund te dites secili nxenes e ka projektin e pare online ne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108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217627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Mjetet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70662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GitHub, GitHub Desktop, Visual Studio Code dhe Google Classroom.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108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217627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Dorezimi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606040"/>
            <a:ext cx="270662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Linku i repository-t dorezohet ne Classroom.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069080"/>
            <a:ext cx="1325880" cy="438912"/>
          </a:xfrm>
          <a:prstGeom prst="roundRect">
            <a:avLst/>
          </a:prstGeom>
          <a:solidFill>
            <a:srgbClr val="2A75C7"/>
          </a:solidFill>
          <a:ln>
            <a:solidFill>
              <a:srgbClr val="2A7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09651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860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4069080"/>
            <a:ext cx="1325880" cy="438912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GitHub 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09651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860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4069080"/>
            <a:ext cx="1325880" cy="438912"/>
          </a:xfrm>
          <a:prstGeom prst="roundRect">
            <a:avLst/>
          </a:prstGeom>
          <a:solidFill>
            <a:srgbClr val="F27C30"/>
          </a:solidFill>
          <a:ln>
            <a:solidFill>
              <a:srgbClr val="F2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9651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860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069080"/>
            <a:ext cx="1325880" cy="438912"/>
          </a:xfrm>
          <a:prstGeom prst="roundRect">
            <a:avLst/>
          </a:prstGeom>
          <a:solidFill>
            <a:srgbClr val="16325C"/>
          </a:solidFill>
          <a:ln>
            <a:solidFill>
              <a:srgbClr val="163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09651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860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4069080"/>
            <a:ext cx="1325880" cy="438912"/>
          </a:xfrm>
          <a:prstGeom prst="roundRect">
            <a:avLst/>
          </a:prstGeom>
          <a:solidFill>
            <a:srgbClr val="586069"/>
          </a:solidFill>
          <a:ln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Classroom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325C"/>
                </a:solidFill>
                <a:latin typeface="Aptos"/>
              </a:defRPr>
            </a:pPr>
            <a:r>
              <a:t>Rregull: mos puno vetem lokalisht. Cdo detyre duhet te ruhet dhe te shihet online ne GitHub.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Cfare duhet te besh sot?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Puno me hapa. Mos kalo ne hapin tjeter pa e perfunduar te parin.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673351"/>
            <a:ext cx="384048" cy="384048"/>
          </a:xfrm>
          <a:prstGeom prst="ellipse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673351"/>
            <a:ext cx="4462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Krijo repository ne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4809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Emri i repository-t: praktika-emri-mbiemri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521208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0" y="1673351"/>
            <a:ext cx="384048" cy="384048"/>
          </a:xfrm>
          <a:prstGeom prst="ellipse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1673351"/>
            <a:ext cx="4462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Clone me GitHub 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103120"/>
            <a:ext cx="4809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Projekti te shkarkohet ne PC-ne tende.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39"/>
            <a:ext cx="521208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2999232"/>
            <a:ext cx="384048" cy="384048"/>
          </a:xfrm>
          <a:prstGeom prst="ellipse">
            <a:avLst/>
          </a:prstGeom>
          <a:solidFill>
            <a:srgbClr val="F2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999232"/>
            <a:ext cx="4462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Hape projektin ne VS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428999"/>
            <a:ext cx="4809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Krijo file-in README.md.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34639"/>
            <a:ext cx="521208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2240" y="2999232"/>
            <a:ext cx="384048" cy="384048"/>
          </a:xfrm>
          <a:prstGeom prst="ellipse">
            <a:avLst/>
          </a:prstGeom>
          <a:solidFill>
            <a:srgbClr val="16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999232"/>
            <a:ext cx="4462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Commit dhe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428999"/>
            <a:ext cx="4809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Ndryshimi ruhet ne histori dhe dergohet online.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60520"/>
            <a:ext cx="521208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4325112"/>
            <a:ext cx="384048" cy="384048"/>
          </a:xfrm>
          <a:prstGeom prst="ellipse">
            <a:avLst/>
          </a:prstGeom>
          <a:solidFill>
            <a:srgbClr val="586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325112"/>
            <a:ext cx="4462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Testo Fetch dhe Pull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754880"/>
            <a:ext cx="4809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Ndrysho nje file online dhe merre ndryshimin ne PC.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160520"/>
            <a:ext cx="521208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92240" y="4325112"/>
            <a:ext cx="384048" cy="384048"/>
          </a:xfrm>
          <a:prstGeom prst="ellipse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4325112"/>
            <a:ext cx="4462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Dorezo ne Classroom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4754880"/>
            <a:ext cx="4809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Vendos linkun e repository-t tend.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Kontrolli para fillimit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Para se te punosh repository, sigurohu qe keto jane gati.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44752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Ke hyre ne PC-ne tend.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30551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Interneti punon normalisht.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16351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GitHub account eshte krijuar dhe je kycur.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02151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GitHub Desktop eshte hapur.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605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87952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VS Code eshte instaluar dhe hapet pa problem.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463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73752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Je pjese e klases ne Google Classroom.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27C30"/>
                </a:solidFill>
                <a:latin typeface="Aptos"/>
              </a:defRPr>
            </a:pPr>
            <a:r>
              <a:t>Nese nje pike nuk eshte gati, ndalu aty dhe kerko ndihme para se te vazhdosh.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Google Classroom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Klasa eshte krijuar. Aty do te dorezohen detyrat dhe udhezimet.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120640" cy="100584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27632"/>
            <a:ext cx="471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Kodi i klases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57400"/>
            <a:ext cx="47183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2fs54rkh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100584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8" y="1627632"/>
            <a:ext cx="471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Cfare dorezon sot?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057400"/>
            <a:ext cx="47183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Linkun e repository-t tend ne GitHub.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F2328"/>
                </a:solidFill>
                <a:latin typeface="Aptos"/>
              </a:defRPr>
            </a:pPr>
            <a:r>
              <a:t>Hape Google Classroom.</a:t>
            </a:r>
          </a:p>
          <a:p>
            <a:pPr>
              <a:spcAft>
                <a:spcPts val="600"/>
              </a:spcAft>
              <a:defRPr sz="1900">
                <a:solidFill>
                  <a:srgbClr val="1F2328"/>
                </a:solidFill>
                <a:latin typeface="Aptos"/>
              </a:defRPr>
            </a:pPr>
            <a:r>
              <a:t>Hyr ne klasen e praktikes.</a:t>
            </a:r>
          </a:p>
          <a:p>
            <a:pPr>
              <a:spcAft>
                <a:spcPts val="600"/>
              </a:spcAft>
              <a:defRPr sz="1900">
                <a:solidFill>
                  <a:srgbClr val="1F2328"/>
                </a:solidFill>
                <a:latin typeface="Aptos"/>
              </a:defRPr>
            </a:pPr>
            <a:r>
              <a:t>Kontrollo detyren per Diten 2.</a:t>
            </a:r>
          </a:p>
          <a:p>
            <a:pPr>
              <a:spcAft>
                <a:spcPts val="600"/>
              </a:spcAft>
              <a:defRPr sz="1900">
                <a:solidFill>
                  <a:srgbClr val="1F2328"/>
                </a:solidFill>
                <a:latin typeface="Aptos"/>
              </a:defRPr>
            </a:pPr>
            <a:r>
              <a:t>Ne fund vendos linkun e repository-t.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Fjalet kryesore qe duhet t’i kuptosh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Mos i meso permendesh; lidhi me veprimin qe ben ne kompjuter.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73351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03120"/>
            <a:ext cx="29809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Projekti yt ne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508760"/>
            <a:ext cx="338328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8888" y="1673351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2103120"/>
            <a:ext cx="29809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E merr projektin nga GitHub ne PC.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508760"/>
            <a:ext cx="338328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05088" y="1673351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103120"/>
            <a:ext cx="29809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E ruan nje ndryshim ne histori.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338328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31927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749040"/>
            <a:ext cx="29809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E dergon ndryshimin nga PC ne GitHub.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154680"/>
            <a:ext cx="338328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331927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Fetch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3749040"/>
            <a:ext cx="29809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Kontrollon a ka ndryshime online.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154680"/>
            <a:ext cx="338328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05088" y="331927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Pull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3749040"/>
            <a:ext cx="29809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I merr ndryshimet online ne PC.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Hapi 1: krijo repository ne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Ky eshte projekti yt i pare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Hape github.com dhe kycu ne account.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Kliko New repository.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Repository name: praktika-emri-mbiemri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Zgjidh Public ose Private sipas udhezimit te mesuesit.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Vendos tick te Add a README file.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Kliko Create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554480"/>
            <a:ext cx="4480560" cy="105156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30568" y="1719072"/>
            <a:ext cx="4078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Shembull emri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0568" y="2148840"/>
            <a:ext cx="4078224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praktika-aron-krasniqi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880360"/>
            <a:ext cx="448056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0568" y="3044952"/>
            <a:ext cx="4078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Kujdes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3474720"/>
            <a:ext cx="407822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Mos perdor hapesira, shkronja speciale ose emra te paqarte.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Hapi 2: Clone me GitHub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Tani projekti nga GitHub duhet te vije ne PC.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669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Hap GitHub Desktop.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Kliko File → Clone repository.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Zgjidh repository-n tend.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Zgjidh folderin ku do te ruhet projekti.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Kliko Clone.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Kontrollo qe projekti u shfaq ne GitHub Desktop.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00200"/>
            <a:ext cx="4297680" cy="100584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67728" y="1764792"/>
            <a:ext cx="3895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Cfare ndodhi?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7728" y="2194560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Tani ke nje kopje lokale te projektit ne PC.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834640"/>
            <a:ext cx="42976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2999232"/>
            <a:ext cx="3895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Local vs Remote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3429000"/>
            <a:ext cx="38953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Local = ne PC. Remote = ne GitHub online.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Hapi 3: hape projektin ne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Ne VS Code do ta ndryshosh file-in e pare.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Ne GitHub Desktop kliko Repository.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Zgjidh Open in Visual Studio Code.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Hape file-in README.md.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Shto tekstin tend.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Ruaje file-in me Ctrl + 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463040"/>
            <a:ext cx="438912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22007" y="1627632"/>
            <a:ext cx="39867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Tekst per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2007" y="2057400"/>
            <a:ext cx="3986783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# Praktika Profesionale</a:t>
            </a:r>
            <a:br/>
            <a:br/>
            <a:r>
              <a:t>Emri: ...</a:t>
            </a:r>
            <a:br/>
            <a:r>
              <a:t>Klasa: ...</a:t>
            </a:r>
            <a:br/>
            <a:br/>
            <a:r>
              <a:t>Ky eshte projekti im i pare ne GitHub.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Hapi 4: Commit dhe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Ketu ruhet ndryshimi dhe dergohet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Kthehu ne GitHub Desktop.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Shiko ndryshimet qe jane paraqitur.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Te Summary shkruaj: Added first README content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Kliko Commit to main.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Pastaj kliko Push origin.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Hape GitHub ne browser dhe kontrollo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00200"/>
            <a:ext cx="438912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22007" y="1764792"/>
            <a:ext cx="39867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2007" y="2194560"/>
            <a:ext cx="3986783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Ruajtje e ndryshimit ne historine e projektit.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971800"/>
            <a:ext cx="438912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22007" y="3136392"/>
            <a:ext cx="39867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7" y="3566160"/>
            <a:ext cx="3986783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Dergo ndryshimin nga PC ne GitHub.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Hapi 5: verifiko ne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Nje detyre nuk konsiderohet e kryer pa u pare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Hape repository-n ne GitHub.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Kontrollo a shihet file-i README.md.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Kontrollo a shihet teksti qe shkrove.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Kopjo linkun e repository-t nga browseri.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00200"/>
            <a:ext cx="438912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22007" y="1764792"/>
            <a:ext cx="39867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Shembull linku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2007" y="2194560"/>
            <a:ext cx="3986783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https://github.com/user/praktika-emri-mbiemri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063240"/>
            <a:ext cx="4389120" cy="11887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22007" y="3227832"/>
            <a:ext cx="39867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Nese nuk shihet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7" y="3657600"/>
            <a:ext cx="39867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Kthehu ne GitHub Desktop dhe kontrollo a ke bere Push.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Hapi 6: testo Fetch dhe Pull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Tani do te mesosh si merren ndryshimet nga GitHub ne PC.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1F2328"/>
                </a:solidFill>
                <a:latin typeface="Aptos"/>
              </a:defRPr>
            </a:pPr>
            <a:r>
              <a:t>Hape README.md direkt ne GitHub online.</a:t>
            </a:r>
          </a:p>
          <a:p>
            <a:pPr>
              <a:spcAft>
                <a:spcPts val="600"/>
              </a:spcAft>
              <a:defRPr sz="1750">
                <a:solidFill>
                  <a:srgbClr val="1F2328"/>
                </a:solidFill>
                <a:latin typeface="Aptos"/>
              </a:defRPr>
            </a:pPr>
            <a:r>
              <a:t>Kliko edit dhe shto nje fjali te re.</a:t>
            </a:r>
          </a:p>
          <a:p>
            <a:pPr>
              <a:spcAft>
                <a:spcPts val="600"/>
              </a:spcAft>
              <a:defRPr sz="1750">
                <a:solidFill>
                  <a:srgbClr val="1F2328"/>
                </a:solidFill>
                <a:latin typeface="Aptos"/>
              </a:defRPr>
            </a:pPr>
            <a:r>
              <a:t>Ruaje ndryshimin me Commit changes.</a:t>
            </a:r>
          </a:p>
          <a:p>
            <a:pPr>
              <a:spcAft>
                <a:spcPts val="600"/>
              </a:spcAft>
              <a:defRPr sz="1750">
                <a:solidFill>
                  <a:srgbClr val="1F2328"/>
                </a:solidFill>
                <a:latin typeface="Aptos"/>
              </a:defRPr>
            </a:pPr>
            <a:r>
              <a:t>Kthehu ne GitHub Desktop.</a:t>
            </a:r>
          </a:p>
          <a:p>
            <a:pPr>
              <a:spcAft>
                <a:spcPts val="600"/>
              </a:spcAft>
              <a:defRPr sz="1750">
                <a:solidFill>
                  <a:srgbClr val="1F2328"/>
                </a:solidFill>
                <a:latin typeface="Aptos"/>
              </a:defRPr>
            </a:pPr>
            <a:r>
              <a:t>Kliko Fetch origin.</a:t>
            </a:r>
          </a:p>
          <a:p>
            <a:pPr>
              <a:spcAft>
                <a:spcPts val="600"/>
              </a:spcAft>
              <a:defRPr sz="1750">
                <a:solidFill>
                  <a:srgbClr val="1F2328"/>
                </a:solidFill>
                <a:latin typeface="Aptos"/>
              </a:defRPr>
            </a:pPr>
            <a:r>
              <a:t>Pastaj kliko Pull origin.</a:t>
            </a:r>
          </a:p>
          <a:p>
            <a:pPr>
              <a:spcAft>
                <a:spcPts val="600"/>
              </a:spcAft>
              <a:defRPr sz="1750">
                <a:solidFill>
                  <a:srgbClr val="1F2328"/>
                </a:solidFill>
                <a:latin typeface="Aptos"/>
              </a:defRPr>
            </a:pPr>
            <a:r>
              <a:t>Hape VS Code dhe kontrollo a erdhi ndryshimi.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00200"/>
            <a:ext cx="438912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22007" y="1764792"/>
            <a:ext cx="39867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2007" y="2194560"/>
            <a:ext cx="3986783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Vetem kontrollon a ka ndryshime te reja.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971800"/>
            <a:ext cx="4389120" cy="114300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22007" y="3136392"/>
            <a:ext cx="39867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Pull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7" y="3566160"/>
            <a:ext cx="3986783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I merr ndryshimet nga GitHub ne PC.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Detyra praktike shtese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Kete detyre e kryen vet, pa ndihme hap pas hapi.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6126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Krijo nje file te ri: about-me.md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Shkruaj 4-5 rreshta per veten.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Ruaje file-in.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Bej Commit me mesazh te qarte.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Bej Push.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Kontrollo ne GitHub a u shfaq file-i online.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00200"/>
            <a:ext cx="3611880" cy="210312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62088" y="1764792"/>
            <a:ext cx="3209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Shembull mesazhi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2194560"/>
            <a:ext cx="3209544" cy="138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Added about-me file</a:t>
            </a:r>
            <a:br/>
            <a:r>
              <a:t>Updated personal practice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Dorezimi ne Classroom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Ne fund, mesuesi duhet te mund ta hape projektin 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035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Hape repository-n tend ne GitHub.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Kopjo linkun nga browseri.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Hape Google Classroom.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Hape detyren e Dites 2.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Vendos linkun dhe dorezo detyren.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00200"/>
            <a:ext cx="3566160" cy="109728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16368" y="1764792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Kontrolli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2194560"/>
            <a:ext cx="3163824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Linku hapet dhe file-at shihen online.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971800"/>
            <a:ext cx="3566160" cy="1097280"/>
          </a:xfrm>
          <a:prstGeom prst="roundRect">
            <a:avLst/>
          </a:prstGeom>
          <a:solidFill>
            <a:srgbClr val="F6F8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16368" y="3136392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5C"/>
                </a:solidFill>
                <a:latin typeface="Aptos"/>
              </a:defRPr>
            </a:pPr>
            <a:r>
              <a:t>Mos dorezo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3566160"/>
            <a:ext cx="3163824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F2328"/>
                </a:solidFill>
                <a:latin typeface="Aptos"/>
              </a:defRPr>
            </a:pPr>
            <a:r>
              <a:t>Screenshot, file lokal ose link te gabuar.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Gabimet me te zakonshme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Nese ngecesh, kontrollo keto para se te kerkosh ndihme.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Nuk je kycur ne GitHub account ne browser ose GitHub Desktop.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Ke krijuar repository, por nuk e ke bere Clone ne PC.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Ke ndryshuar file-in, por nuk e ke ruajtur me Ctrl + S.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Ke bere Commit, por jo Push.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Po shikon folderin e gabuar ne VS Code.</a:t>
            </a:r>
          </a:p>
          <a:p>
            <a:pPr>
              <a:spcAft>
                <a:spcPts val="600"/>
              </a:spcAft>
              <a:defRPr sz="1800">
                <a:solidFill>
                  <a:srgbClr val="1F2328"/>
                </a:solidFill>
                <a:latin typeface="Aptos"/>
              </a:defRPr>
            </a:pPr>
            <a:r>
              <a:t>Ke dorezuar link te gabuar ne Classroom.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6325C"/>
                </a:solidFill>
                <a:latin typeface="Aptos"/>
              </a:defRPr>
            </a:pPr>
            <a:r>
              <a:t>Pyetja kryesore: A shihet detyra ime ne GitHub online?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5C"/>
                </a:solidFill>
                <a:latin typeface="Aptos"/>
              </a:defRPr>
            </a:pPr>
            <a:r>
              <a:t>Checklist para se te largohesh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Aptos"/>
              </a:defRPr>
            </a:pPr>
            <a:r>
              <a:t>Keto duhet te jene te perfunduara deri ne fund te dites.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44752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Repository eshte krijuar ne GitHub.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30551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Repository eshte bere Clone ne PC.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16351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README.md eshte ndryshuar dhe derguar online.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02151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about-me.md eshte krijuar dhe derguar online.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605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87952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Fetch dhe Pull jane testuar.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46320"/>
            <a:ext cx="384048" cy="384048"/>
          </a:xfrm>
          <a:prstGeom prst="roundRect">
            <a:avLst/>
          </a:prstGeom>
          <a:solidFill>
            <a:srgbClr val="219653"/>
          </a:solidFill>
          <a:ln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73752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  <a:latin typeface="Aptos"/>
              </a:defRPr>
            </a:pPr>
            <a:r>
              <a:t>Linku i repository-t eshte dorezuar ne Classroom.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9653"/>
                </a:solidFill>
                <a:latin typeface="Aptos"/>
              </a:defRPr>
            </a:pPr>
            <a:r>
              <a:t>Nese te gjitha jane me ✓, detyra e Dites 2 eshte kryer.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6069"/>
                </a:solidFill>
                <a:latin typeface="Aptos"/>
              </a:defRPr>
            </a:pPr>
            <a:r>
              <a:t>Praktika profesionale - Dita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1216</Words>
  <Application>Microsoft Office PowerPoint</Application>
  <PresentationFormat>Widescreen</PresentationFormat>
  <Paragraphs>220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adil jusufi</dc:creator>
  <cp:keywords/>
  <dc:description>generated using python-pptx</dc:description>
  <cp:lastModifiedBy>adil jusufi</cp:lastModifiedBy>
  <cp:revision>1</cp:revision>
  <dcterms:created xsi:type="dcterms:W3CDTF">2013-01-27T09:14:16Z</dcterms:created>
  <dcterms:modified xsi:type="dcterms:W3CDTF">2026-09-03T19:51:03Z</dcterms:modified>
  <cp:category/>
</cp:coreProperties>
</file>